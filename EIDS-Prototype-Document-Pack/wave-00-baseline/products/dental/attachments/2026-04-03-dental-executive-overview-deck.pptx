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EIDS Product Knowledge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137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artifact — Wave 00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Dental / DenClass Executive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 4 baseline snapshot for portfolio review — created as a synthetic demo source artifact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5836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6583680" cy="73152"/>
          </a:xfrm>
          <a:prstGeom prst="rect">
            <a:avLst/>
          </a:prstGeom>
          <a:solidFill>
            <a:srgbClr val="1A5CA0"/>
          </a:solidFill>
          <a:ln w="12700">
            <a:solidFill>
              <a:srgbClr val="1A5C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956816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Snapshot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267712"/>
            <a:ext cx="625449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Dental is entering PI 4 with a credible modernization path but early dependency uncertainty around the vendor sandbox.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can make mapping and reporting progress without the environment, but cannot claim end-to-end readiness until access is real.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baseline artifact should make the product look useful but not fully complete inside the knowledge hub.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06640" y="182880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1828800"/>
            <a:ext cx="4160520" cy="7315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2944" y="1956816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71232" y="2267712"/>
            <a:ext cx="3831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posture: caution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PM: Jaden Cole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 4 / Sprint 1 closeout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2852928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71816" y="289864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74%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68512" y="2852928"/>
            <a:ext cx="1051560" cy="256032"/>
          </a:xfrm>
          <a:prstGeom prst="roundRect">
            <a:avLst>
              <a:gd name="adj" fmla="val 3571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5088" y="2898648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8A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75520" y="2852928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12096" y="2898648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Blockers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342900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3429000"/>
            <a:ext cx="41605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3557016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 to Watch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71232" y="3867912"/>
            <a:ext cx="3831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dates are still verbal rather than written.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one transcript is in the record so far.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review timing depends on endpoint inventory closure.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source deck for ingestion demo — not an official program artifact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EIDS Product Knowledge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137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artifact — Wave 00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 4 objectives and intended storyline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is designed to give the application durable objective language for reporting and retrieval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2743200" cy="73152"/>
          </a:xfrm>
          <a:prstGeom prst="rect">
            <a:avLst/>
          </a:prstGeom>
          <a:solidFill>
            <a:srgbClr val="1A5CA0"/>
          </a:solidFill>
          <a:ln w="12700">
            <a:solidFill>
              <a:srgbClr val="1A5C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6537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76272"/>
            <a:ext cx="24140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FHIR endpoint mapping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field decisions and ownership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reusable mapping package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20440" y="173736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737360"/>
            <a:ext cx="2743200" cy="73152"/>
          </a:xfrm>
          <a:prstGeom prst="rect">
            <a:avLst/>
          </a:prstGeom>
          <a:solidFill>
            <a:srgbClr val="1A5CA0"/>
          </a:solidFill>
          <a:ln w="12700">
            <a:solidFill>
              <a:srgbClr val="1A5C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186537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85032" y="2176272"/>
            <a:ext cx="24140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security assessment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endpoint inventory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release planning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737360"/>
            <a:ext cx="2560320" cy="7315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186537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56832" y="2176272"/>
            <a:ext cx="2231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test environment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Obtain named-user access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main path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81160" y="173736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1737360"/>
            <a:ext cx="2286000" cy="73152"/>
          </a:xfrm>
          <a:prstGeom prst="rect">
            <a:avLst/>
          </a:prstGeom>
          <a:solidFill>
            <a:srgbClr val="1A5CA0"/>
          </a:solidFill>
          <a:ln w="12700">
            <a:solidFill>
              <a:srgbClr val="1A5C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7464" y="18653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45752" y="2176272"/>
            <a:ext cx="1956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stakeholder demo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must match proven evidence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11018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86200"/>
            <a:ext cx="11018520" cy="73152"/>
          </a:xfrm>
          <a:prstGeom prst="rect">
            <a:avLst/>
          </a:prstGeom>
          <a:solidFill>
            <a:srgbClr val="6D4BB5"/>
          </a:solidFill>
          <a:ln w="12700">
            <a:solidFill>
              <a:srgbClr val="6D4B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4014216"/>
            <a:ext cx="10725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governance expectation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" y="4325112"/>
            <a:ext cx="10689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major decision should appear in at least one durable artifact.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summaries should be written for humans, not just for compliance.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evidence is missing, generated reports should say so directly.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language should map cleanly to PI objective exports and generated reports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EIDS Product Knowledge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137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artifact — Wave 00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and risk picture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artifact intentionally creates the factual seeds of the later escalation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36576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65376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sandbox dependency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76272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Written milestone dates are still missing.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Named-user credential process is unclear.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timing moves, readiness confidence changes quickly.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737360"/>
            <a:ext cx="3657600" cy="7315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1865376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and readiness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2176272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depends on final endpoint inventory.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stability affects confidence more than discovered control failures.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737360"/>
            <a:ext cx="3246120" cy="73152"/>
          </a:xfrm>
          <a:prstGeom prst="rect">
            <a:avLst/>
          </a:prstGeom>
          <a:solidFill>
            <a:srgbClr val="6D4BB5"/>
          </a:solidFill>
          <a:ln w="12700">
            <a:solidFill>
              <a:srgbClr val="6D4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1865376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85632" y="2176272"/>
            <a:ext cx="2916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 context still lives in meetings and personal inboxes.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one transcript is available at baseline.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18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77640"/>
            <a:ext cx="11018520" cy="73152"/>
          </a:xfrm>
          <a:prstGeom prst="rect">
            <a:avLst/>
          </a:prstGeom>
          <a:solidFill>
            <a:srgbClr val="1A5CA0"/>
          </a:solidFill>
          <a:ln w="12700">
            <a:solidFill>
              <a:srgbClr val="1A5C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105656"/>
            <a:ext cx="10725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leadership should take away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4416552"/>
            <a:ext cx="10689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is moving in the right direction, but the evidence base is not yet robust enough to support a fully healthy posture.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visible improvement should come from weekly narrative refresh, a decision-rich transcript, and written vendor communication.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be ingested alongside emails, weeklys, structured exports, and transcript artifacts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EIDS Product Knowledge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137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artifact — Wave 00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currently available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users should see that the product has substance, but still contains gaps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35204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65376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now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76272"/>
            <a:ext cx="31912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charter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overview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roster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 4 roadmap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weekly updates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Risk, blocker, PI, and ADO exports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planning transcript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737360"/>
            <a:ext cx="35204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865376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missing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2176272"/>
            <a:ext cx="31912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Decision-rich leadership transcript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Written vendor milestone commitment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assessment package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Action-item export linked to decisions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737360"/>
            <a:ext cx="3429000" cy="73152"/>
          </a:xfrm>
          <a:prstGeom prst="rect">
            <a:avLst/>
          </a:prstGeom>
          <a:solidFill>
            <a:srgbClr val="6D4BB5"/>
          </a:solidFill>
          <a:ln w="12700">
            <a:solidFill>
              <a:srgbClr val="6D4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865376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176272"/>
            <a:ext cx="30998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answers should be useful but not overconfident.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should include an evidence-gap warning.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density should visibly improve after later waves are ingested.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helps the application explain confidence, completeness, and knowledge health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EIDS Product Knowledge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137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artifact — Wave 00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actions and asks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artifact to seed actionable language for reports and Ask responses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5303520" cy="73152"/>
          </a:xfrm>
          <a:prstGeom prst="rect">
            <a:avLst/>
          </a:prstGeom>
          <a:solidFill>
            <a:srgbClr val="1A5CA0"/>
          </a:solidFill>
          <a:ln w="12700">
            <a:solidFill>
              <a:srgbClr val="1A5C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6537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actions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76272"/>
            <a:ext cx="49743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Obtain written vendor milestone dates.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named-user credential process.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PI objective tracker and baseline risk exports.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weekly narrative explicit about environment uncertainty.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737360"/>
            <a:ext cx="5440680" cy="73152"/>
          </a:xfrm>
          <a:prstGeom prst="rect">
            <a:avLst/>
          </a:prstGeom>
          <a:solidFill>
            <a:srgbClr val="6D4BB5"/>
          </a:solidFill>
          <a:ln w="12700">
            <a:solidFill>
              <a:srgbClr val="6D4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865376"/>
            <a:ext cx="5148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portfolio lead should ask next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91072" y="2176272"/>
            <a:ext cx="51114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decisions were made this sprint?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Dental caution rather than healthy?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dependencies are not yet supported by written evidence?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would make the product visibly healthier next week?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seeded here should become excellent demo prompts inside the application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Executive Overview Deck</dc:title>
  <dc:subject>Dental Executive Overview Deck</dc:subject>
  <dc:creator>OpenAI</dc:creator>
  <cp:lastModifiedBy>OpenAI</cp:lastModifiedBy>
  <cp:revision>1</cp:revision>
  <dcterms:created xsi:type="dcterms:W3CDTF">2026-04-15T13:40:58Z</dcterms:created>
  <dcterms:modified xsi:type="dcterms:W3CDTF">2026-04-15T13:40:58Z</dcterms:modified>
</cp:coreProperties>
</file>