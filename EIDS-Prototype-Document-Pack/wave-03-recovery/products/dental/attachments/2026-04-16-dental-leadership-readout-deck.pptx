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artifact — Wave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Leadership Readout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Recovery-week briefing showing how evidence, status, and confidence improved over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629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662940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56816"/>
            <a:ext cx="6336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takeaways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6300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Dental improved from severe risk to managed caution after the vendor provided a phased recovery path.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knowledge picture is materially stronger because the recovery call, mitigation email, updated weekly, and refreshed structured exports now corroborate one another.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still not fully healthy because full environment readiness remains pending.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828800"/>
            <a:ext cx="41605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2944" y="195681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posture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71232" y="2267712"/>
            <a:ext cx="3831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managed caution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PM: Jaden Cole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 closed 4/15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2834640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288036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83%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05088" y="2834640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1664" y="2880360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8A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75520" y="2834640"/>
            <a:ext cx="1298448" cy="256032"/>
          </a:xfrm>
          <a:prstGeom prst="roundRect">
            <a:avLst>
              <a:gd name="adj" fmla="val 3571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2096" y="288036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Blockers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342900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429000"/>
            <a:ext cx="416052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355701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points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71232" y="3867912"/>
            <a:ext cx="3831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recovery transcript on file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email in record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objectives and ADO refreshed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decision memo published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recovery deck for ingestion demo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artifact — Wave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since baseline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intentionally structured so the app can answer before/after questions well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53492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11096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view (Wave 00)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50200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dates were verbal only.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transcript was in the record.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narrative was useful but incomplete.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reports should have carried evidence-gap warnings.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83080"/>
            <a:ext cx="53035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91109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view (Wave 03)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221992"/>
            <a:ext cx="49743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access dates are written and attributable.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Decision-rich transcripts now exist for both escalation and recovery.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narrative, ADO, PI objectives, and mitigation email now reinforce the same story.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answers should be stronger and more specific.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demonstrate that the application improves as more evidence is ingested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artifact — Wave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Evidence-backed current posture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knowledge hub should be able to explain not just status, but why that status is justified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35661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11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that increased confidence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32369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recovery call transcript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 mitigation confirmation from Lowry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PI objective percentages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ADO work-item states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weekly narrative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83080"/>
            <a:ext cx="356616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911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product is not fully healthy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2221992"/>
            <a:ext cx="32369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environment capability is still pending 4/25.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 harness work is still in progress.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demo scope still depends on mock services.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3429000" cy="73152"/>
          </a:xfrm>
          <a:prstGeom prst="rect">
            <a:avLst/>
          </a:prstGeom>
          <a:solidFill>
            <a:srgbClr val="6D4BB5"/>
          </a:solidFill>
          <a:ln w="12700">
            <a:solidFill>
              <a:srgbClr val="6D4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91109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reports should say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22199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improved due to bounded uncertainty.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mitigation plan is explicit and owned.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risk is narrow and understandable.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should materially improve evidence strength in generated answers and reports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artifact — Wave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decisions, mitigations, and remaining watch items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ground leadership discussion in explicit choices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1A5CA0"/>
          </a:solidFill>
          <a:ln w="12700">
            <a:solidFill>
              <a:srgbClr val="1A5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653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32369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FHIR over new feature work.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testing as a first-class deliverable.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staged mitigation using partial sandbox plus mock services.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37360"/>
            <a:ext cx="35661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8653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Mitigations now active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2176272"/>
            <a:ext cx="32369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sandbox for named users on 4/18.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Mock-service path to preserve demo continuity.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Revised weekly and release narrative published.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37360"/>
            <a:ext cx="342900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86537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watch items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176272"/>
            <a:ext cx="30998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environment readiness still pending.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endpoint groups remain unresolved.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harness work must land on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should cite transcripts, emails, and exports that corroborate each item on this slide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EIDS Product Knowledge 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18320" y="137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artifact — Wave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leadership talking points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final slide gives the demo a polished, boardroom-ready 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18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11018520" cy="73152"/>
          </a:xfrm>
          <a:prstGeom prst="rect">
            <a:avLst/>
          </a:prstGeom>
          <a:solidFill>
            <a:srgbClr val="13477D"/>
          </a:solidFill>
          <a:ln w="12700">
            <a:solidFill>
              <a:srgbClr val="1347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11096"/>
            <a:ext cx="10725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10689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did not get healthier because people wrote prettier status notes. It got healthier because new evidence closed uncertainty and made the response governable.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knowledge hub preserves the chain from risk signal to decision to action to updated delivery posture.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strongest when artifacts arrive on time, and it is honest when artifacts are missing. That is exactly the behavior leadership should want from an AI-assisted reporting tool.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leadership readout for ingestion demo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Leadership Readout Deck</dc:title>
  <dc:subject>Dental Leadership Readout Deck</dc:subject>
  <dc:creator>OpenAI</dc:creator>
  <cp:lastModifiedBy>OpenAI</cp:lastModifiedBy>
  <cp:revision>1</cp:revision>
  <dcterms:created xsi:type="dcterms:W3CDTF">2026-04-15T13:40:58Z</dcterms:created>
  <dcterms:modified xsi:type="dcterms:W3CDTF">2026-04-15T13:40:58Z</dcterms:modified>
</cp:coreProperties>
</file>